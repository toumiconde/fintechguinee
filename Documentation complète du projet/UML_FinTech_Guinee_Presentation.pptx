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12033504" y="0"/>
            <a:ext cx="128016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Diagrammes UML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2A5F5"/>
                </a:solidFill>
              </a:rPr>
              <a:t>FinTech Guinée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46E7A"/>
                </a:solidFill>
              </a:rPr>
              <a:t>Application Mobile de Gestion des Finances Personnelles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931920"/>
            <a:ext cx="941832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114800"/>
            <a:ext cx="2606040" cy="1463040"/>
          </a:xfrm>
          <a:prstGeom prst="rect">
            <a:avLst/>
          </a:prstGeom>
          <a:solidFill>
            <a:srgbClr val="162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 d'utilisation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Acteurs et fonctionnalités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4114800"/>
            <a:ext cx="2606040" cy="1463040"/>
          </a:xfrm>
          <a:prstGeom prst="rect">
            <a:avLst/>
          </a:prstGeom>
          <a:solidFill>
            <a:srgbClr val="162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Architecture TypeScript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2606040" cy="1463040"/>
          </a:xfrm>
          <a:prstGeom prst="rect">
            <a:avLst/>
          </a:prstGeom>
          <a:solidFill>
            <a:srgbClr val="162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Séquence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Flux d'interactions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4114800"/>
            <a:ext cx="2606040" cy="1463040"/>
          </a:xfrm>
          <a:prstGeom prst="rect">
            <a:avLst/>
          </a:prstGeom>
          <a:solidFill>
            <a:srgbClr val="162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52560" y="41605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52560" y="4663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Activités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50474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Processus Forecast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</a:rPr>
              <a:t>UML 2.0 · UGANC · Département Informatique NTIC · 2024–2025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 — Les 4 Diagrammes UML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2 /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1612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73152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914400"/>
            <a:ext cx="640080" cy="123444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91440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78992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Cas d'utilisation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2828"/>
                </a:solidFill>
              </a:rPr>
              <a:t>«Behavioral»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00584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Que fait le système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137160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20 fonctionnalités · 2 acteurs · 7 domaines fonctionnels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11612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73152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Shape 14"/>
          <p:cNvSpPr/>
          <p:nvPr/>
        </p:nvSpPr>
        <p:spPr>
          <a:xfrm>
            <a:off x="347472" y="2331720"/>
            <a:ext cx="640080" cy="12344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233172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78992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Classes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</a:rPr>
              <a:t>«Structural»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42316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Comment est structuré le code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27889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12 classes · attributs TypeScript · relations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11612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49040"/>
            <a:ext cx="73152" cy="1234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" y="3749040"/>
            <a:ext cx="640080" cy="123444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374904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78992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Séquence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8992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1B9A"/>
                </a:solidFill>
              </a:rPr>
              <a:t>«Interaction»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84048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Comment les composants interagissent 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42062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5 phases · 28 messages · 6 participants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5166360"/>
            <a:ext cx="11612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5166360"/>
            <a:ext cx="73152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5166360"/>
            <a:ext cx="640080" cy="12344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" y="516636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078992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Activités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8992" y="5623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</a:rPr>
              <a:t>«Behavioral»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5257800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Dans quel ordre les traitements ?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0" y="562356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Forecast · swimlanes · décisions · synchro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F9A9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Diagramme de Cas d'Utilisation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3 / 7</a:t>
            </a:r>
            <a:endParaRPr lang="en-US" sz="900" dirty="0"/>
          </a:p>
        </p:txBody>
      </p:sp>
      <p:pic>
        <p:nvPicPr>
          <p:cNvPr id="6" name="Image 0" descr="/home/claude/uml_imgs/use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685800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914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Acteurs et Domaines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417320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0" y="1417320"/>
            <a:ext cx="54864" cy="5669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45389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🔒 Sécurité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0" y="16916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PIN 4 chiffres · Biométrie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2075688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0" y="2075688"/>
            <a:ext cx="54864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21122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💳 Transactions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80960" y="235000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Ajouter · Modifier · Supprimer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98080" y="2734056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98080" y="2734056"/>
            <a:ext cx="54864" cy="5669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0" y="27706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📊 Dashboard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80960" y="30083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Stats · Filtres mois · Catégorie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498080" y="3392424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3392424"/>
            <a:ext cx="54864" cy="56692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34290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📅 Forecast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80960" y="36667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Planifier · Confirmer budget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98080" y="4050792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498080" y="4050792"/>
            <a:ext cx="54864" cy="56692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0" y="40873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🎯 Objectifs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80960" y="43251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Épargne · Récurrentes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98080" y="4709160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498080" y="4709160"/>
            <a:ext cx="54864" cy="566928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0" name="Text 27"/>
          <p:cNvSpPr/>
          <p:nvPr/>
        </p:nvSpPr>
        <p:spPr>
          <a:xfrm>
            <a:off x="7680960" y="474573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⚙️ Paramètres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680960" y="49834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Thème · Langue · Export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498080" y="5367528"/>
            <a:ext cx="4480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498080" y="5367528"/>
            <a:ext cx="54864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7680960" y="540410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🤖 IA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80960" y="564184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Conseiller financier Claude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Diagramme de Classes — Architecture TypeScript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4 / 7</a:t>
            </a:r>
            <a:endParaRPr lang="en-US" sz="900" dirty="0"/>
          </a:p>
        </p:txBody>
      </p:sp>
      <p:pic>
        <p:nvPicPr>
          <p:cNvPr id="6" name="Image 0" descr="/home/claude/uml_imgs/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498080" cy="5394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12 Classes Identifiées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0" y="1417320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0" y="1417320"/>
            <a:ext cx="54864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14721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 Model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174650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Expense · UserProfile · ForecastData · Goal · RecurringExpense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0" y="2404872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046720" y="2404872"/>
            <a:ext cx="54864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24597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Redux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273405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ExpenseSlice · userSlice · goalsSlice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46720" y="3392424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46720" y="3392424"/>
            <a:ext cx="54864" cy="82296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34472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6E7A"/>
                </a:solidFill>
              </a:rPr>
              <a:t>Context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372160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ThemeContext · I18nContext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46720" y="4379976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46720" y="4379976"/>
            <a:ext cx="54864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0" y="4434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Zustand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0" y="470916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ExpenseStore «alternative»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46720" y="5367528"/>
            <a:ext cx="3931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46720" y="5367528"/>
            <a:ext cx="54864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0" y="5422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Utils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0" y="569671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SecurityUtils · CategoryUtils · CurrencyUtils · DateUtils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Diagramme de Séquence — Ajout d'une Dépense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5 / 7</a:t>
            </a:r>
            <a:endParaRPr lang="en-US" sz="900" dirty="0"/>
          </a:p>
        </p:txBody>
      </p:sp>
      <p:pic>
        <p:nvPicPr>
          <p:cNvPr id="6" name="Image 0" descr="/home/claude/uml_imgs/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772400" cy="5440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 Phases Clés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321040" y="1417320"/>
            <a:ext cx="3657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21040" y="1417320"/>
            <a:ext cx="54864" cy="8046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0" y="14721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</a:rPr>
              <a:t>Phase 1 — Auth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17465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Ouverture · PIN · Biométrie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21040" y="2377440"/>
            <a:ext cx="3657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21040" y="2377440"/>
            <a:ext cx="54864" cy="8046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8503920" y="24323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Phase 2 — Chargement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03920" y="27066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useSelector · profil · rendu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321040" y="3337560"/>
            <a:ext cx="3657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3337560"/>
            <a:ext cx="54864" cy="80467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0" y="33924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</a:rPr>
              <a:t>Phase 3 — Ajout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503920" y="36667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FAB · formulaire · dispatch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321040" y="4297680"/>
            <a:ext cx="3657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321040" y="4297680"/>
            <a:ext cx="54864" cy="804672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43525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Phase 4 — Persistance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46268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setItem · re-render · update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321040" y="5257800"/>
            <a:ext cx="36576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21040" y="5257800"/>
            <a:ext cx="54864" cy="8046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3"/>
          <p:cNvSpPr/>
          <p:nvPr/>
        </p:nvSpPr>
        <p:spPr>
          <a:xfrm>
            <a:off x="8503920" y="5312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Phase 5 — Feedback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03920" y="55869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Haptics · animation spring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CC8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Diagramme d'Activités — Système Forecast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6 / 7</a:t>
            </a:r>
            <a:endParaRPr lang="en-US" sz="900" dirty="0"/>
          </a:p>
        </p:txBody>
      </p:sp>
      <p:pic>
        <p:nvPicPr>
          <p:cNvPr id="6" name="Image 0" descr="/home/claude/uml_img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7132320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Swimlanes &amp; Flux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0" y="14173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80960" y="1417320"/>
            <a:ext cx="54864" cy="7772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4721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Utilisateur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17282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Actions manuelles : saisir budget, cliquer Valider, choisir lors de la popup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680960" y="23317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80960" y="2331720"/>
            <a:ext cx="54864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23865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63840" y="26426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Traitement : ouvrir modal, créer ForecastData, gérer navigation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80960" y="3246120"/>
            <a:ext cx="4297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80960" y="3246120"/>
            <a:ext cx="54864" cy="77724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3300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AsyncStorage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63840" y="355701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Persistance : sauvegarder et charger les prévisions @forecast_MM-YYYY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80960" y="4251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 Points de Décision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680960" y="468172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◆  Forecast existe ?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80960" y="49011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     OUI → charger / NON → créer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80960" y="512064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◆  Budgets complets ?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80960" y="534009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     OUI → valider / NON → saisir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80960" y="555955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◆  1er lancement mois ?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680960" y="57790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     OUI → popup / NON → direct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0" y="599846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◆  Action popup ?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680960" y="621792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     Enregistrer → confirmed / Modifier → retour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12033504" y="0"/>
            <a:ext cx="128016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0"/>
            <a:ext cx="1161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FinTech Guinée — Synthèse UML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2A5F5"/>
                </a:solidFill>
              </a:rPr>
              <a:t>Documentation technique complète — UML 2.0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06040" cy="237744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 Cas d'utilisation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 domaines · 2 acteurs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606040" cy="237744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 Classes TypeScript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Data · State ·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606040" cy="237744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 Messages séquence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520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 phases · 6 participants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2286000"/>
            <a:ext cx="2606040" cy="23774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0" y="2377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05256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Décisions Forecast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3520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 swimlanes · sync bar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9377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A5F5"/>
                </a:solidFill>
              </a:rPr>
              <a:t>Coherence garantie : Classes ↔ Sequence ↔ Activites ↔ Cas d'utilisation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54864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Déployé sur : https://fin-tech-guinee.vercel.app · GitHub : Toumiconde/FinTechGuinee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7474F"/>
                </a:solidFill>
              </a:rPr>
              <a:t>React Native · TypeScript · Redux Toolkit · Zustand · Context API · AsyncStorage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Diagrammes UML — FinTech Guinée</dc:title>
  <dc:subject>PptxGenJS Presentation</dc:subject>
  <dc:creator>PptxGenJS</dc:creator>
  <cp:lastModifiedBy>PptxGenJS</cp:lastModifiedBy>
  <cp:revision>1</cp:revision>
  <dcterms:created xsi:type="dcterms:W3CDTF">2026-06-14T16:41:22Z</dcterms:created>
  <dcterms:modified xsi:type="dcterms:W3CDTF">2026-06-14T16:41:22Z</dcterms:modified>
</cp:coreProperties>
</file>