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7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FinTech Guinée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</a:rPr>
              <a:t>Gestion financière intelligente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MANUEL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D'UTILISATION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5760" y="42062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BB4"/>
                </a:solidFill>
              </a:rPr>
              <a:t>Guide complet pour maîtriser votre application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BB4"/>
                </a:solidFill>
              </a:rPr>
              <a:t>de finances personnelles en Guinée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516636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D2B6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5166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CF7"/>
                </a:solidFill>
              </a:rPr>
              <a:t>100% Données Privées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516636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D2B6B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5166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CF7"/>
                </a:solidFill>
              </a:rPr>
              <a:t>Devise GNF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5641848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D2B6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56418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CF7"/>
                </a:solidFill>
              </a:rPr>
              <a:t>IA Intégrée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5641848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2D2B6B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56418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CF7"/>
                </a:solidFill>
              </a:rPr>
              <a:t>Synchro Cloud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64224" y="420624"/>
            <a:ext cx="5559552" cy="6016752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21" name="Image 0" descr="/home/claude/sc1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57200"/>
            <a:ext cx="5486400" cy="5943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7432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070"/>
                </a:solidFill>
              </a:rPr>
              <a:t>Version 1.0.0 · Juin 2025 · UGANC — Département Informatique NTIC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4B3F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1. Créer votre compte — Premier lancement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7205472" cy="5468112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sc0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0"/>
            <a:ext cx="7132320" cy="5394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914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Bienvenue sur FinTech Guinée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80960" y="1417320"/>
            <a:ext cx="475488" cy="475488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80960" y="1417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47888" y="1435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Choisir un avatar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47888" y="16733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Sélectionnez votre photo parmi les avatars disponibles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80960" y="2331720"/>
            <a:ext cx="475488" cy="475488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0" y="2331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47888" y="23500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Saisir votre Prénom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47888" y="2587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Ex : Ousmane, Mariame, Ibrahima...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80960" y="3246120"/>
            <a:ext cx="475488" cy="475488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680960" y="3246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47888" y="32644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Saisir votre Nom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47888" y="35021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Ex : Sylla, Kourouma, Diallo...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680960" y="4160520"/>
            <a:ext cx="475488" cy="475488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680960" y="4160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247888" y="41788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Entrer votre Téléphone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47888" y="44165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Format guinéen : 6XX XX XX XX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680960" y="5074920"/>
            <a:ext cx="475488" cy="475488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680960" y="5074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247888" y="50932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Cliquer Commencer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47888" y="53309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Vos données restent sur votre appareil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680960" y="6053328"/>
            <a:ext cx="4297680" cy="512064"/>
          </a:xfrm>
          <a:prstGeom prst="rect">
            <a:avLst/>
          </a:prstGeom>
          <a:solidFill>
            <a:srgbClr val="1E1B4B"/>
          </a:solidFill>
          <a:ln w="6350">
            <a:solidFill>
              <a:srgbClr val="6C5CE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0" y="6053328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F7"/>
                </a:solidFill>
              </a:rPr>
              <a:t>🔒  Aucune information n'est partagée avec des tiers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2. Code de Sécurité — Protéger votre compte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7205472" cy="5468112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sc1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0"/>
            <a:ext cx="7132320" cy="5394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914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Autorisation de l'appareil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80960" y="1417320"/>
            <a:ext cx="4297680" cy="1097280"/>
          </a:xfrm>
          <a:prstGeom prst="rect">
            <a:avLst/>
          </a:prstGeom>
          <a:solidFill>
            <a:srgbClr val="1A0F0F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A9A"/>
                </a:solidFill>
              </a:rPr>
              <a:t>📱 Code SMS Demo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178308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252"/>
                </a:solidFill>
              </a:rPr>
              <a:t>CODE DÉMO : 1256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80960" y="2651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Saisir le code 4 chiffres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2926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reçu par SMS pour autoriser cet appareil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80960" y="3346704"/>
            <a:ext cx="4297680" cy="9144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0" y="34564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Confirmer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80960" y="37307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valide l'appareil et accède au compte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80960" y="4151376"/>
            <a:ext cx="4297680" cy="9144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0" y="42611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Annuler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80960" y="45354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retourne à l'écran précédent sans connexion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80960" y="4956048"/>
            <a:ext cx="4297680" cy="9144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0" y="506577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Nouvel utilisateur ?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80960" y="534009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entrez votre numéro pour retrouver vos données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80960" y="6053328"/>
            <a:ext cx="4297680" cy="512064"/>
          </a:xfrm>
          <a:prstGeom prst="rect">
            <a:avLst/>
          </a:prstGeom>
          <a:solidFill>
            <a:srgbClr val="1A0F0F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0" y="6053328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9A9A"/>
                </a:solidFill>
              </a:rPr>
              <a:t>En mode démo, utilisez le code affiché à l'écran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3. Tableau de Bord — Vue d'ensemble de vos finances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4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7205472" cy="5468112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sc1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0"/>
            <a:ext cx="7132320" cy="5394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914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Les éléments du Dashboard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80960" y="1417320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4721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💳  Solde Net en temps réel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8120" y="17099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49 965 GNF — différence revenus/dépenses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2075688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21305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💚  Total Revenus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18120" y="23682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50 000 GNF — toutes vos entrées d'argent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2734056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27889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 Total Dépenses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18120" y="30266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35 GNF — toutes vos sorties d'argent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80960" y="3392424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34472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 Planifier le mois prochain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818120" y="36850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Prévoyez votre budget pour juillet 2026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680960" y="4050792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8120" y="41056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Rapport IA Mensuel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18120" y="43434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Analyse intelligente de vos habitudes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80960" y="4709160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18120" y="47640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Graphique Répartition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818120" y="50017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Camembert par catégorie · Courbe 6 mois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680960" y="5367528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18120" y="54223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❤️  Santé Financière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818120" y="56601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Note A+ Excellente selon vos finances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4. Gérer vos Transactions — Ajouter · Modifier · Supprimer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5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7205472" cy="5468112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sc0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0"/>
            <a:ext cx="7132320" cy="5394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914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Liste de vos transactions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80960" y="1417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Filtres disponibles 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1755648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E2A3A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0" y="17556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CF7"/>
                </a:solidFill>
              </a:rPr>
              <a:t>Aperçu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759952" y="1755648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E2A3A"/>
          </a:solidFill>
          <a:ln/>
        </p:spPr>
      </p:sp>
      <p:sp>
        <p:nvSpPr>
          <p:cNvPr id="13" name="Text 10"/>
          <p:cNvSpPr/>
          <p:nvPr/>
        </p:nvSpPr>
        <p:spPr>
          <a:xfrm>
            <a:off x="8759952" y="17556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CF7"/>
                </a:solidFill>
              </a:rPr>
              <a:t>Alimentation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838944" y="1755648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E2A3A"/>
          </a:solidFill>
          <a:ln/>
        </p:spPr>
      </p:sp>
      <p:sp>
        <p:nvSpPr>
          <p:cNvPr id="15" name="Text 12"/>
          <p:cNvSpPr/>
          <p:nvPr/>
        </p:nvSpPr>
        <p:spPr>
          <a:xfrm>
            <a:off x="9838944" y="17556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CF7"/>
                </a:solidFill>
              </a:rPr>
              <a:t>Transport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917936" y="1755648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E2A3A"/>
          </a:solidFill>
          <a:ln/>
        </p:spPr>
      </p:sp>
      <p:sp>
        <p:nvSpPr>
          <p:cNvPr id="17" name="Text 14"/>
          <p:cNvSpPr/>
          <p:nvPr/>
        </p:nvSpPr>
        <p:spPr>
          <a:xfrm>
            <a:off x="10917936" y="17556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CF7"/>
                </a:solidFill>
              </a:rPr>
              <a:t>Santé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680960" y="2157984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E2A3A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0" y="21579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CF7"/>
                </a:solidFill>
              </a:rPr>
              <a:t>Éducation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759952" y="2157984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E2A3A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1579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CF7"/>
                </a:solidFill>
              </a:rPr>
              <a:t>Telecom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838944" y="2157984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E2A3A"/>
          </a:solidFill>
          <a:ln/>
        </p:spPr>
      </p:sp>
      <p:sp>
        <p:nvSpPr>
          <p:cNvPr id="23" name="Text 20"/>
          <p:cNvSpPr/>
          <p:nvPr/>
        </p:nvSpPr>
        <p:spPr>
          <a:xfrm>
            <a:off x="9838944" y="21579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CF7"/>
                </a:solidFill>
              </a:rPr>
              <a:t>Loisirs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680960" y="27889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Actions sur une transaction :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68096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✏️  Modifier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680960" y="34015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Cliquez sur le crayon bleu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680960" y="3785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🗑️  Supprimer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80960" y="405993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Cliquez sur la corbeille rouge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680960" y="4443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➕  Ajouter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680960" y="471830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Bouton violet + en bas à droite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680960" y="5102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🏷️  Badge RÉEL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680960" y="53766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Transaction saisie manuellement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680960" y="6053328"/>
            <a:ext cx="4297680" cy="512064"/>
          </a:xfrm>
          <a:prstGeom prst="rect">
            <a:avLst/>
          </a:prstGeom>
          <a:solidFill>
            <a:srgbClr val="0D2018"/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72400" y="6053328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</a:rPr>
              <a:t>💡  Sélectionnez le mois en haut pour naviguer dans l'historique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4B3F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5. Profil Utilisateur — Modifier vos informations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6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7205472" cy="5468112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sc1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0"/>
            <a:ext cx="7132320" cy="5394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914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Modifier votre profil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80960" y="1417320"/>
            <a:ext cx="4297680" cy="676656"/>
          </a:xfrm>
          <a:prstGeom prst="rect">
            <a:avLst/>
          </a:prstGeom>
          <a:solidFill>
            <a:srgbClr val="111827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490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🖼️  Avatar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8120" y="17465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Cliquez sur l'avatar pour changer votre photo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2194560"/>
            <a:ext cx="4297680" cy="676656"/>
          </a:xfrm>
          <a:prstGeom prst="rect">
            <a:avLst/>
          </a:prstGeom>
          <a:solidFill>
            <a:srgbClr val="111827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2267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Prénom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18120" y="25237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Votre prénom affiché sur le dashboard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2971800"/>
            <a:ext cx="4297680" cy="676656"/>
          </a:xfrm>
          <a:prstGeom prst="rect">
            <a:avLst/>
          </a:prstGeom>
          <a:solidFill>
            <a:srgbClr val="111827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3044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📛  Nom de famille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18120" y="33009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Votre nom complet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80960" y="3749040"/>
            <a:ext cx="4297680" cy="676656"/>
          </a:xfrm>
          <a:prstGeom prst="rect">
            <a:avLst/>
          </a:prstGeom>
          <a:solidFill>
            <a:srgbClr val="111827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38221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 Téléphone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818120" y="40782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Votre numéro guinéen (6XX XX XX XX)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680960" y="4526280"/>
            <a:ext cx="4297680" cy="676656"/>
          </a:xfrm>
          <a:prstGeom prst="rect">
            <a:avLst/>
          </a:prstGeom>
          <a:solidFill>
            <a:srgbClr val="111827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8120" y="4599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Paramètres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18120" y="48554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Accès rapide : Sécurité · Langue · Thème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80960" y="5303520"/>
            <a:ext cx="4297680" cy="676656"/>
          </a:xfrm>
          <a:prstGeom prst="rect">
            <a:avLst/>
          </a:prstGeom>
          <a:solidFill>
            <a:srgbClr val="111827"/>
          </a:solidFill>
          <a:ln w="6350">
            <a:solidFill>
              <a:srgbClr val="2A2A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18120" y="5376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💾  Enregistrer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818120" y="56327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Sauvegarde les modifications localement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6. Statistiques — Analyser vos finances en détail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7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7744" y="896112"/>
            <a:ext cx="3767328" cy="2871216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sc0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0"/>
            <a:ext cx="374904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78224" y="896112"/>
            <a:ext cx="3767328" cy="2871216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sc09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914400"/>
            <a:ext cx="3749040" cy="2834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Vue Statistiques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11480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Courbe + Top Catégories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381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 que vous trouvez ici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13816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💚 Revenus totaux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38160" y="16733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Tout ce que vous avez gagné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1381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Dépenses totales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38160" y="23134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Tout ce que vous avez dépensé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138160" y="2697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💜 Solde Net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38160" y="29535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Revenus moins Dépenses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138160" y="3337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Taux d'épargne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138160" y="35935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Pourcentage économisé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138160" y="3977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🥧 Camembert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138160" y="42336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Répartition par catégorie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138160" y="4617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Courbe 6 mois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138160" y="48737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Évolution Dépenses vs Revenus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138160" y="5257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Top Catégories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138160" y="55138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#1 Éducation · #2 Transport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7. Rapport IA Mensuel — Analyse intelligente de vos finances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8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7205472" cy="5468112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sc0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0"/>
            <a:ext cx="7132320" cy="5394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914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Votre conseiller IA personnel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80960" y="1417320"/>
            <a:ext cx="4297680" cy="2377440"/>
          </a:xfrm>
          <a:prstGeom prst="rect">
            <a:avLst/>
          </a:prstGeom>
          <a:solidFill>
            <a:srgbClr val="0A1628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</a:rPr>
              <a:t>Contenu du Rapport IA 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8120" y="18470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Synthèse financière complète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18120" y="2167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• Revenus · Dépenses · Solde net · Taux d'épargne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18120" y="24871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🎯 Top catégories de dépenses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18120" y="28072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• Éducation : 20 GNF (57%) · Transport : 15 GNF (43%)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18120" y="31272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Conseils personnalisés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18120" y="34472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• Investissement · Épargne · Recommandations IA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680960" y="38862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Actions disponibles :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80960" y="42519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E2A3A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0" y="4251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🔊  Écouter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829800" y="42519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E2A3A"/>
          </a:solidFill>
          <a:ln/>
        </p:spPr>
      </p:sp>
      <p:sp>
        <p:nvSpPr>
          <p:cNvPr id="21" name="Text 18"/>
          <p:cNvSpPr/>
          <p:nvPr/>
        </p:nvSpPr>
        <p:spPr>
          <a:xfrm>
            <a:off x="9829800" y="4251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↗️  Partager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80960" y="4846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Comment y accéder 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680960" y="51389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Dashboard → bouton « Rapport IA Mensuel »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80960" y="6053328"/>
            <a:ext cx="4297680" cy="512064"/>
          </a:xfrm>
          <a:prstGeom prst="rect">
            <a:avLst/>
          </a:prstGeom>
          <a:solidFill>
            <a:srgbClr val="0A1628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0" y="6053328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B5F6"/>
                </a:solidFill>
              </a:rPr>
              <a:t>🤖  L'IA analyse vos habitudes et génère des conseils adaptés à la Guinée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4B3F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8. Assistant IA — Posez vos questions financières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9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7205472" cy="5468112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sc0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0"/>
            <a:ext cx="7132320" cy="5394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914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Votre assistant financier IA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80960" y="14173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Interface de l'assistant 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1783080"/>
            <a:ext cx="4297680" cy="585216"/>
          </a:xfrm>
          <a:prstGeom prst="rect">
            <a:avLst/>
          </a:prstGeom>
          <a:solidFill>
            <a:srgbClr val="111827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18379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Historique (gauche)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18120" y="20756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Accès aux conversations précédentes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80960" y="2468880"/>
            <a:ext cx="4297680" cy="585216"/>
          </a:xfrm>
          <a:prstGeom prst="rect">
            <a:avLst/>
          </a:prstGeom>
          <a:solidFill>
            <a:srgbClr val="111827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25237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➕  Nouveau chat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18120" y="27614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Démarrer une nouvelle conversation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80960" y="3154680"/>
            <a:ext cx="4297680" cy="585216"/>
          </a:xfrm>
          <a:prstGeom prst="rect">
            <a:avLst/>
          </a:prstGeom>
          <a:solidFill>
            <a:srgbClr val="111827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32095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Recherche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18120" y="34472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Retrouver une conversation passée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680960" y="3840480"/>
            <a:ext cx="4297680" cy="585216"/>
          </a:xfrm>
          <a:prstGeom prst="rect">
            <a:avLst/>
          </a:prstGeom>
          <a:solidFill>
            <a:srgbClr val="111827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18120" y="38953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Zone de chat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818120" y="41330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Posez votre question financière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680960" y="4526280"/>
            <a:ext cx="4297680" cy="585216"/>
          </a:xfrm>
          <a:prstGeom prst="rect">
            <a:avLst/>
          </a:prstGeom>
          <a:solidFill>
            <a:srgbClr val="111827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18120" y="45811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🎙️  Micro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18120" y="48188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Parler à l'IA (si disponible)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680960" y="5212080"/>
            <a:ext cx="4297680" cy="585216"/>
          </a:xfrm>
          <a:prstGeom prst="rect">
            <a:avLst/>
          </a:prstGeom>
          <a:solidFill>
            <a:srgbClr val="111827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18120" y="52669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Paramètres IA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818120" y="55046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Configurer le moteur local/cloud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680960" y="6053328"/>
            <a:ext cx="4297680" cy="512064"/>
          </a:xfrm>
          <a:prstGeom prst="rect">
            <a:avLst/>
          </a:prstGeom>
          <a:solidFill>
            <a:srgbClr val="1E1B4B"/>
          </a:solidFill>
          <a:ln w="6350">
            <a:solidFill>
              <a:srgbClr val="6C5C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0" y="6053328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CF7"/>
                </a:solidFill>
              </a:rPr>
              <a:t>💡  Exemple : "Comment épargner avec 500 000 GNF par mois ?"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9. Menu Rapide — Objectifs · Récurrences · Export · Import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10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331720" cy="242316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sc0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688" y="932688"/>
            <a:ext cx="2295144" cy="23865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0" y="91440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 fonctionnalités du menu rapide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4320" y="1417320"/>
            <a:ext cx="2743200" cy="1051560"/>
          </a:xfrm>
          <a:prstGeom prst="rect">
            <a:avLst/>
          </a:prstGeom>
          <a:solidFill>
            <a:srgbClr val="111827"/>
          </a:solidFill>
          <a:ln w="1016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417320"/>
            <a:ext cx="73152" cy="10515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508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Objectifs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18196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5100"/>
                </a:solidFill>
              </a:rPr>
              <a:t>Suivre vos épargnes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1417320"/>
            <a:ext cx="6126480" cy="1051560"/>
          </a:xfrm>
          <a:prstGeom prst="rect">
            <a:avLst/>
          </a:prstGeom>
          <a:solidFill>
            <a:srgbClr val="111827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1728216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</a:rPr>
              <a:t>Créer · Suivre progression · Date limite · Montant cible GNF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606040"/>
            <a:ext cx="2743200" cy="1051560"/>
          </a:xfrm>
          <a:prstGeom prst="rect">
            <a:avLst/>
          </a:prstGeom>
          <a:solidFill>
            <a:srgbClr val="111827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606040"/>
            <a:ext cx="73152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6974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🔄  Récurrences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30083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65C0"/>
                </a:solidFill>
              </a:rPr>
              <a:t>Transactions automatiques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2606040"/>
            <a:ext cx="6126480" cy="1051560"/>
          </a:xfrm>
          <a:prstGeom prst="rect">
            <a:avLst/>
          </a:prstGeom>
          <a:solidFill>
            <a:srgbClr val="111827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2916936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</a:rPr>
              <a:t>Loyer · Abonnements · Répétition mensuelle automatique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3794760"/>
            <a:ext cx="2743200" cy="1051560"/>
          </a:xfrm>
          <a:prstGeom prst="rect">
            <a:avLst/>
          </a:prstGeom>
          <a:solidFill>
            <a:srgbClr val="111827"/>
          </a:solidFill>
          <a:ln w="1016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3794760"/>
            <a:ext cx="731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3886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📤  Exporter CSV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41970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</a:rPr>
              <a:t>Sauvegarder vos données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760720" y="3794760"/>
            <a:ext cx="6126480" cy="1051560"/>
          </a:xfrm>
          <a:prstGeom prst="rect">
            <a:avLst/>
          </a:prstGeom>
          <a:solidFill>
            <a:srgbClr val="111827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97880" y="4105656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</a:rPr>
              <a:t>Télécharger toutes vos transactions au format Excel/CSV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74320" y="4983480"/>
            <a:ext cx="2743200" cy="1051560"/>
          </a:xfrm>
          <a:prstGeom prst="rect">
            <a:avLst/>
          </a:prstGeom>
          <a:solidFill>
            <a:srgbClr val="111827"/>
          </a:solidFill>
          <a:ln w="10160">
            <a:solidFill>
              <a:srgbClr val="C62828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74320" y="4983480"/>
            <a:ext cx="73152" cy="10515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50749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📥  Importer CSV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5385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62828"/>
                </a:solidFill>
              </a:rPr>
              <a:t>Restaurer des données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760720" y="4983480"/>
            <a:ext cx="6126480" cy="1051560"/>
          </a:xfrm>
          <a:prstGeom prst="rect">
            <a:avLst/>
          </a:prstGeom>
          <a:solidFill>
            <a:srgbClr val="111827"/>
          </a:solidFill>
          <a:ln w="5080">
            <a:solidFill>
              <a:srgbClr val="2A2A3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97880" y="5294376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</a:rPr>
              <a:t>Charger un fichier de sauvegarde pour restaurer vos données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Comment y accéder : Dashboard → icône ↕ en haut à droite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10. Paramètres — Personnaliser l'application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11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7744" y="896112"/>
            <a:ext cx="3767328" cy="320040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sc1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0"/>
            <a:ext cx="3749040" cy="31821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78224" y="896112"/>
            <a:ext cx="3767328" cy="1828800"/>
          </a:xfrm>
          <a:prstGeom prst="rect">
            <a:avLst/>
          </a:prstGeom>
          <a:solidFill>
            <a:srgbClr val="1A1F3A"/>
          </a:solidFill>
          <a:ln/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sc1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914400"/>
            <a:ext cx="3749040" cy="18105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Paramètres principaux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14800" y="27980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Menu bas (synchro, session)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1381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Options disponibles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138160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 Sécurité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96696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Verrouillage PIN · Biométrie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138160" y="1965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🔔  Notifications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966960" y="1965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Activer/désactiver les alertes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138160" y="2514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🎨  Apparence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966960" y="2514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Mode Sombre (Noir) · Mode Clair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138160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🌍  Langue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966960" y="3063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Français · English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138160" y="3611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 Monnaie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9966960" y="3611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GNF · USD · EUR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13816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Clé API IA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966960" y="4160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Mode hors-ligne ou Gemini cloud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13816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☁️  Synchro Cloud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9966960" y="4709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Envoyer les données vers Supabase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138160" y="5257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🔒  Verrouiller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9966960" y="5257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Fermer la session en cours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8138160" y="5806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🗑️  Réinitialiser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9966960" y="5806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Effacer toutes les données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11996928" y="0"/>
            <a:ext cx="164592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1161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FinTech Guinée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9CF7"/>
                </a:solidFill>
              </a:rPr>
              <a:t>Vous maîtrisez maintenant votre application de finances personnelles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2697480" cy="1737360"/>
          </a:xfrm>
          <a:prstGeom prst="rect">
            <a:avLst/>
          </a:prstGeom>
          <a:solidFill>
            <a:srgbClr val="1A1F3A"/>
          </a:solidFill>
          <a:ln w="10160">
            <a:solidFill>
              <a:srgbClr val="6C5CE7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94560"/>
            <a:ext cx="269748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377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88950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Compte créé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514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Avatar · Nom · Téléphone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194560"/>
            <a:ext cx="2697480" cy="1737360"/>
          </a:xfrm>
          <a:prstGeom prst="rect">
            <a:avLst/>
          </a:prstGeom>
          <a:solidFill>
            <a:srgbClr val="1A1F3A"/>
          </a:solidFill>
          <a:ln w="10160">
            <a:solidFill>
              <a:srgbClr val="C62828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194560"/>
            <a:ext cx="26974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2377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288950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Sécurisé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200400"/>
            <a:ext cx="2514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Code SMS · Session protégée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697480" cy="1737360"/>
          </a:xfrm>
          <a:prstGeom prst="rect">
            <a:avLst/>
          </a:prstGeom>
          <a:solidFill>
            <a:srgbClr val="1A1F3A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194560"/>
            <a:ext cx="26974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377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950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200400"/>
            <a:ext cx="2514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Solde · Statistiques · Graphiques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06840" y="2194560"/>
            <a:ext cx="2697480" cy="1737360"/>
          </a:xfrm>
          <a:prstGeom prst="rect">
            <a:avLst/>
          </a:prstGeom>
          <a:solidFill>
            <a:srgbClr val="1A1F3A"/>
          </a:solidFill>
          <a:ln w="1016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06840" y="2194560"/>
            <a:ext cx="269748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9006840" y="2377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98280" y="288950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Transactions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98280" y="3200400"/>
            <a:ext cx="2514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Ajouter · Modifier · Filtrer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06240"/>
            <a:ext cx="2697480" cy="1737360"/>
          </a:xfrm>
          <a:prstGeom prst="rect">
            <a:avLst/>
          </a:prstGeom>
          <a:solidFill>
            <a:srgbClr val="1A1F3A"/>
          </a:solidFill>
          <a:ln w="1016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206240"/>
            <a:ext cx="269748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389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200" y="49011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 Intégrée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212080"/>
            <a:ext cx="2514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Rapport mensuel · Assistant chat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4206240"/>
            <a:ext cx="2697480" cy="1737360"/>
          </a:xfrm>
          <a:prstGeom prst="rect">
            <a:avLst/>
          </a:prstGeom>
          <a:solidFill>
            <a:srgbClr val="1A1F3A"/>
          </a:solidFill>
          <a:ln w="1016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4206240"/>
            <a:ext cx="269748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4389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337560" y="49011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Planification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5212080"/>
            <a:ext cx="2514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Objectifs · Récurrences · Export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4206240"/>
            <a:ext cx="2697480" cy="1737360"/>
          </a:xfrm>
          <a:prstGeom prst="rect">
            <a:avLst/>
          </a:prstGeom>
          <a:solidFill>
            <a:srgbClr val="1A1F3A"/>
          </a:solidFill>
          <a:ln w="10160">
            <a:solidFill>
              <a:srgbClr val="546E7A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4206240"/>
            <a:ext cx="2697480" cy="54864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4389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217920" y="49011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Personnalisé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5212080"/>
            <a:ext cx="2514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Thème · Langue · Monnaie GNF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06840" y="4206240"/>
            <a:ext cx="2697480" cy="1737360"/>
          </a:xfrm>
          <a:prstGeom prst="rect">
            <a:avLst/>
          </a:prstGeom>
          <a:solidFill>
            <a:srgbClr val="1A1F3A"/>
          </a:solidFill>
          <a:ln w="10160">
            <a:solidFill>
              <a:srgbClr val="1976D2"/>
            </a:solidFill>
            <a:prstDash val="solid"/>
          </a:ln>
          <a:effectLst>
            <a:outerShdw sx="100000" sy="100000" kx="0" ky="0" algn="bl" rotWithShape="0" blurRad="127000" dist="50800" dir="87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006840" y="4206240"/>
            <a:ext cx="2697480" cy="5486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3" name="Text 41"/>
          <p:cNvSpPr/>
          <p:nvPr/>
        </p:nvSpPr>
        <p:spPr>
          <a:xfrm>
            <a:off x="9006840" y="4389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098280" y="49011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98280" y="5212080"/>
            <a:ext cx="2514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Synchronisation Supabase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070"/>
                </a:solidFill>
              </a:rPr>
              <a:t>https://fin-tech-guinee.vercel.app · GitHub : Toumiconde/FinTechGuinee · Version 1.0.0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521440" y="6492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Guinée — Manuel d'Utilisation</dc:title>
  <dc:subject>PptxGenJS Presentation</dc:subject>
  <dc:creator>PptxGenJS</dc:creator>
  <cp:lastModifiedBy>PptxGenJS</cp:lastModifiedBy>
  <cp:revision>1</cp:revision>
  <dcterms:created xsi:type="dcterms:W3CDTF">2026-06-14T17:00:13Z</dcterms:created>
  <dcterms:modified xsi:type="dcterms:W3CDTF">2026-06-14T17:00:13Z</dcterms:modified>
</cp:coreProperties>
</file>